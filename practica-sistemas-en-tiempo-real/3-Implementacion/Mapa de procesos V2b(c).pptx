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906000"/>
  <p:notesSz cx="10234600" cy="71040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-240">
          <p15:clr>
            <a:srgbClr val="A4A3A4"/>
          </p15:clr>
        </p15:guide>
        <p15:guide id="2" pos="1153">
          <p15:clr>
            <a:srgbClr val="A4A3A4"/>
          </p15:clr>
        </p15:guide>
      </p15:sldGuideLst>
    </p:ext>
    <p:ext uri="{2D200454-40CA-4A62-9FC3-DE9A4176ACB9}">
      <p15:notesGuideLst>
        <p15:guide id="1" orient="horz">
          <p15:clr>
            <a:srgbClr val="A4A3A4"/>
          </p15:clr>
        </p15:guide>
        <p15:guide id="2" pos="3216">
          <p15:clr>
            <a:srgbClr val="A4A3A4"/>
          </p15:clr>
        </p15:guide>
      </p15:notesGuideLst>
    </p:ext>
    <p:ext uri="GoogleSlidesCustomDataVersion2">
      <go:slidesCustomData xmlns:go="http://customooxmlschemas.google.com/" r:id="rId10" roundtripDataSignature="AMtx7mi8HP3nSkziymurmem/QVSapAJ0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-240" orient="horz"/>
        <p:guide pos="1153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321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2600325" y="0"/>
            <a:ext cx="9890125" cy="684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994275" y="79429"/>
            <a:ext cx="5062538" cy="67688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375" lIns="94750" spcFirstLastPara="1" rIns="94750" wrap="square" tIns="47375">
            <a:noAutofit/>
          </a:bodyPr>
          <a:lstStyle>
            <a:lvl1pPr indent="-228600" lvl="0" marL="457200" marR="0" rtl="0" algn="just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just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just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just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just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1" type="ftr"/>
          </p:nvPr>
        </p:nvSpPr>
        <p:spPr>
          <a:xfrm>
            <a:off x="1" y="6868955"/>
            <a:ext cx="2041525" cy="255759"/>
          </a:xfrm>
          <a:prstGeom prst="rect">
            <a:avLst/>
          </a:prstGeom>
          <a:noFill/>
          <a:ln>
            <a:noFill/>
          </a:ln>
        </p:spPr>
        <p:txBody>
          <a:bodyPr anchorCtr="0" anchor="b" bIns="47375" lIns="94750" spcFirstLastPara="1" rIns="94750" wrap="square" tIns="47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2" type="sldNum"/>
          </p:nvPr>
        </p:nvSpPr>
        <p:spPr>
          <a:xfrm>
            <a:off x="8102600" y="6880076"/>
            <a:ext cx="2132013" cy="255759"/>
          </a:xfrm>
          <a:prstGeom prst="rect">
            <a:avLst/>
          </a:prstGeom>
          <a:noFill/>
          <a:ln>
            <a:noFill/>
          </a:ln>
        </p:spPr>
        <p:txBody>
          <a:bodyPr anchorCtr="0" anchor="b" bIns="47375" lIns="94750" spcFirstLastPara="1" rIns="94750" wrap="square" tIns="47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</a:pPr>
            <a:r>
              <a:rPr b="1" i="0" lang="en-US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 Memoria - </a:t>
            </a:r>
            <a:fld id="{00000000-1234-1234-1234-123412341234}" type="slidenum">
              <a:rPr b="1" i="0" lang="en-US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7;n"/>
          <p:cNvCxnSpPr/>
          <p:nvPr/>
        </p:nvCxnSpPr>
        <p:spPr>
          <a:xfrm>
            <a:off x="9526" y="6927733"/>
            <a:ext cx="1023461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3194050" y="533400"/>
            <a:ext cx="3846513" cy="2663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1022351" y="3375702"/>
            <a:ext cx="8189913" cy="319619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375" lIns="94750" spcFirstLastPara="1" rIns="94750" wrap="square" tIns="473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5795964" y="6749814"/>
            <a:ext cx="4435475" cy="352662"/>
          </a:xfrm>
          <a:prstGeom prst="rect">
            <a:avLst/>
          </a:prstGeom>
          <a:noFill/>
          <a:ln>
            <a:noFill/>
          </a:ln>
        </p:spPr>
        <p:txBody>
          <a:bodyPr anchorCtr="0" anchor="b" bIns="47375" lIns="94750" spcFirstLastPara="1" rIns="94750" wrap="square" tIns="473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40c7a0ee_0_131:notes"/>
          <p:cNvSpPr/>
          <p:nvPr>
            <p:ph idx="2" type="sldImg"/>
          </p:nvPr>
        </p:nvSpPr>
        <p:spPr>
          <a:xfrm>
            <a:off x="3194050" y="533400"/>
            <a:ext cx="3846600" cy="2663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ae40c7a0ee_0_131:notes"/>
          <p:cNvSpPr txBox="1"/>
          <p:nvPr>
            <p:ph idx="1" type="body"/>
          </p:nvPr>
        </p:nvSpPr>
        <p:spPr>
          <a:xfrm>
            <a:off x="1022351" y="3375702"/>
            <a:ext cx="8190000" cy="3196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375" lIns="94750" spcFirstLastPara="1" rIns="94750" wrap="square" tIns="473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e40c7a0ee_0_131:notes"/>
          <p:cNvSpPr txBox="1"/>
          <p:nvPr>
            <p:ph idx="12" type="sldNum"/>
          </p:nvPr>
        </p:nvSpPr>
        <p:spPr>
          <a:xfrm>
            <a:off x="5795964" y="6749814"/>
            <a:ext cx="4435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75" lIns="94750" spcFirstLastPara="1" rIns="94750" wrap="square" tIns="473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40c7a0ee_0_71:notes"/>
          <p:cNvSpPr/>
          <p:nvPr>
            <p:ph idx="2" type="sldImg"/>
          </p:nvPr>
        </p:nvSpPr>
        <p:spPr>
          <a:xfrm>
            <a:off x="3194050" y="533400"/>
            <a:ext cx="3846600" cy="2663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ae40c7a0ee_0_71:notes"/>
          <p:cNvSpPr txBox="1"/>
          <p:nvPr>
            <p:ph idx="1" type="body"/>
          </p:nvPr>
        </p:nvSpPr>
        <p:spPr>
          <a:xfrm>
            <a:off x="1022351" y="3375702"/>
            <a:ext cx="8190000" cy="3196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375" lIns="94750" spcFirstLastPara="1" rIns="94750" wrap="square" tIns="473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e40c7a0ee_0_71:notes"/>
          <p:cNvSpPr txBox="1"/>
          <p:nvPr>
            <p:ph idx="12" type="sldNum"/>
          </p:nvPr>
        </p:nvSpPr>
        <p:spPr>
          <a:xfrm>
            <a:off x="5795964" y="6749814"/>
            <a:ext cx="4435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75" lIns="94750" spcFirstLastPara="1" rIns="94750" wrap="square" tIns="473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40c7a0ee_0_8:notes"/>
          <p:cNvSpPr/>
          <p:nvPr>
            <p:ph idx="2" type="sldImg"/>
          </p:nvPr>
        </p:nvSpPr>
        <p:spPr>
          <a:xfrm>
            <a:off x="3194050" y="533400"/>
            <a:ext cx="3846600" cy="2663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ae40c7a0ee_0_8:notes"/>
          <p:cNvSpPr txBox="1"/>
          <p:nvPr>
            <p:ph idx="1" type="body"/>
          </p:nvPr>
        </p:nvSpPr>
        <p:spPr>
          <a:xfrm>
            <a:off x="1022351" y="3375702"/>
            <a:ext cx="8190000" cy="3196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375" lIns="94750" spcFirstLastPara="1" rIns="94750" wrap="square" tIns="473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e40c7a0ee_0_8:notes"/>
          <p:cNvSpPr txBox="1"/>
          <p:nvPr>
            <p:ph idx="12" type="sldNum"/>
          </p:nvPr>
        </p:nvSpPr>
        <p:spPr>
          <a:xfrm>
            <a:off x="5795964" y="6749814"/>
            <a:ext cx="4435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75" lIns="94750" spcFirstLastPara="1" rIns="94750" wrap="square" tIns="473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455613" y="527050"/>
            <a:ext cx="8994775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15"/>
          <p:cNvCxnSpPr/>
          <p:nvPr/>
        </p:nvCxnSpPr>
        <p:spPr>
          <a:xfrm>
            <a:off x="68263" y="6646863"/>
            <a:ext cx="974883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15"/>
          <p:cNvCxnSpPr/>
          <p:nvPr/>
        </p:nvCxnSpPr>
        <p:spPr>
          <a:xfrm>
            <a:off x="1100138" y="2268538"/>
            <a:ext cx="759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15"/>
          <p:cNvSpPr txBox="1"/>
          <p:nvPr>
            <p:ph type="ctrTitle"/>
          </p:nvPr>
        </p:nvSpPr>
        <p:spPr>
          <a:xfrm>
            <a:off x="769938" y="1001713"/>
            <a:ext cx="8366125" cy="116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subTitle"/>
          </p:nvPr>
        </p:nvSpPr>
        <p:spPr>
          <a:xfrm>
            <a:off x="1541463" y="3903663"/>
            <a:ext cx="6934200" cy="174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0" y="6645275"/>
            <a:ext cx="44577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934200" y="6646863"/>
            <a:ext cx="2697163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omic Sans M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455613" y="527050"/>
            <a:ext cx="4421187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0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500"/>
              <a:buChar char="✔"/>
              <a:defRPr sz="2800"/>
            </a:lvl1pPr>
            <a:lvl2pPr indent="-4191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ic Sans MS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9pPr>
          </a:lstStyle>
          <a:p/>
        </p:txBody>
      </p:sp>
      <p:sp>
        <p:nvSpPr>
          <p:cNvPr id="35" name="Google Shape;35;p17"/>
          <p:cNvSpPr txBox="1"/>
          <p:nvPr>
            <p:ph idx="2" type="body"/>
          </p:nvPr>
        </p:nvSpPr>
        <p:spPr>
          <a:xfrm>
            <a:off x="5029200" y="527050"/>
            <a:ext cx="4421188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0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500"/>
              <a:buChar char="✔"/>
              <a:defRPr sz="2800"/>
            </a:lvl1pPr>
            <a:lvl2pPr indent="-4191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ic Sans MS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Char char="✔"/>
              <a:defRPr sz="2400"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Char char="✔"/>
              <a:defRPr sz="2400"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mic Sans MS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82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Char char="✔"/>
              <a:defRPr sz="3200"/>
            </a:lvl1pPr>
            <a:lvl2pPr indent="-450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mic Sans MS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-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" type="body"/>
          </p:nvPr>
        </p:nvSpPr>
        <p:spPr>
          <a:xfrm rot="5400000">
            <a:off x="2078038" y="-1095375"/>
            <a:ext cx="5749925" cy="899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 rot="5400000">
            <a:off x="5409407" y="2008982"/>
            <a:ext cx="6172200" cy="236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604838" y="-279400"/>
            <a:ext cx="6172200" cy="694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objetos" type="txAndObj">
  <p:cSld name="TEXT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" type="body"/>
          </p:nvPr>
        </p:nvSpPr>
        <p:spPr>
          <a:xfrm>
            <a:off x="455613" y="527050"/>
            <a:ext cx="4421187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2" type="body"/>
          </p:nvPr>
        </p:nvSpPr>
        <p:spPr>
          <a:xfrm>
            <a:off x="5029200" y="527050"/>
            <a:ext cx="4421188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4 objetos" type="fourObj">
  <p:cSld name="FOUR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455613" y="527050"/>
            <a:ext cx="4421187" cy="279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2" type="body"/>
          </p:nvPr>
        </p:nvSpPr>
        <p:spPr>
          <a:xfrm>
            <a:off x="5029200" y="527050"/>
            <a:ext cx="4421188" cy="279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3" type="body"/>
          </p:nvPr>
        </p:nvSpPr>
        <p:spPr>
          <a:xfrm>
            <a:off x="455613" y="3478213"/>
            <a:ext cx="4421187" cy="27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4" type="body"/>
          </p:nvPr>
        </p:nvSpPr>
        <p:spPr>
          <a:xfrm>
            <a:off x="5029200" y="3478213"/>
            <a:ext cx="4421188" cy="27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2 objetos" type="txAndTwoObj">
  <p:cSld name="TEX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7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" type="body"/>
          </p:nvPr>
        </p:nvSpPr>
        <p:spPr>
          <a:xfrm>
            <a:off x="455613" y="527050"/>
            <a:ext cx="4421187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2" type="body"/>
          </p:nvPr>
        </p:nvSpPr>
        <p:spPr>
          <a:xfrm>
            <a:off x="5029200" y="527050"/>
            <a:ext cx="4421188" cy="279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3" type="body"/>
          </p:nvPr>
        </p:nvSpPr>
        <p:spPr>
          <a:xfrm>
            <a:off x="5029200" y="3478213"/>
            <a:ext cx="4421188" cy="279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✔"/>
              <a:defRPr/>
            </a:lvl1pPr>
            <a:lvl2pPr indent="-371475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/>
            </a:lvl1pPr>
            <a:lvl2pPr lvl="1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7777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sz="1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3"/>
          <p:cNvSpPr txBox="1"/>
          <p:nvPr>
            <p:ph type="title"/>
          </p:nvPr>
        </p:nvSpPr>
        <p:spPr>
          <a:xfrm>
            <a:off x="220663" y="104775"/>
            <a:ext cx="9456737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" type="body"/>
          </p:nvPr>
        </p:nvSpPr>
        <p:spPr>
          <a:xfrm>
            <a:off x="455613" y="527050"/>
            <a:ext cx="8994775" cy="57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-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–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0" type="dt"/>
          </p:nvPr>
        </p:nvSpPr>
        <p:spPr>
          <a:xfrm>
            <a:off x="204788" y="6594475"/>
            <a:ext cx="3757612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3125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6494463" y="6646863"/>
            <a:ext cx="2943225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None/>
              <a:defRPr b="1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3"/>
          <p:cNvCxnSpPr/>
          <p:nvPr/>
        </p:nvCxnSpPr>
        <p:spPr>
          <a:xfrm>
            <a:off x="96838" y="6646863"/>
            <a:ext cx="97123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13"/>
          <p:cNvCxnSpPr/>
          <p:nvPr/>
        </p:nvCxnSpPr>
        <p:spPr>
          <a:xfrm>
            <a:off x="220663" y="527050"/>
            <a:ext cx="94646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"/>
          <p:cNvCxnSpPr/>
          <p:nvPr/>
        </p:nvCxnSpPr>
        <p:spPr>
          <a:xfrm flipH="1" rot="10800000">
            <a:off x="5604671" y="1916832"/>
            <a:ext cx="329614" cy="432048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2" name="Google Shape;102;p1"/>
          <p:cNvCxnSpPr/>
          <p:nvPr/>
        </p:nvCxnSpPr>
        <p:spPr>
          <a:xfrm rot="10800000">
            <a:off x="4304707" y="1764432"/>
            <a:ext cx="228007" cy="584448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3" name="Google Shape;103;p1"/>
          <p:cNvCxnSpPr/>
          <p:nvPr/>
        </p:nvCxnSpPr>
        <p:spPr>
          <a:xfrm rot="10800000">
            <a:off x="3603922" y="1916832"/>
            <a:ext cx="415672" cy="421604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4" name="Google Shape;104;p1"/>
          <p:cNvCxnSpPr/>
          <p:nvPr/>
        </p:nvCxnSpPr>
        <p:spPr>
          <a:xfrm rot="10800000">
            <a:off x="5233499" y="1748271"/>
            <a:ext cx="1" cy="600609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5" name="Google Shape;105;p1"/>
          <p:cNvCxnSpPr/>
          <p:nvPr/>
        </p:nvCxnSpPr>
        <p:spPr>
          <a:xfrm>
            <a:off x="5603737" y="4077072"/>
            <a:ext cx="501391" cy="411547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6" name="Google Shape;106;p1"/>
          <p:cNvCxnSpPr/>
          <p:nvPr/>
        </p:nvCxnSpPr>
        <p:spPr>
          <a:xfrm flipH="1">
            <a:off x="4171110" y="4104106"/>
            <a:ext cx="256094" cy="693046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7" name="Google Shape;107;p1"/>
          <p:cNvCxnSpPr/>
          <p:nvPr/>
        </p:nvCxnSpPr>
        <p:spPr>
          <a:xfrm flipH="1">
            <a:off x="3386101" y="4101686"/>
            <a:ext cx="414771" cy="432048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cxnSp>
        <p:nvCxnSpPr>
          <p:cNvPr id="108" name="Google Shape;108;p1"/>
          <p:cNvCxnSpPr/>
          <p:nvPr/>
        </p:nvCxnSpPr>
        <p:spPr>
          <a:xfrm>
            <a:off x="5232567" y="4077072"/>
            <a:ext cx="932" cy="674964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1"/>
              </a:srgbClr>
            </a:outerShdw>
          </a:effectLst>
        </p:spPr>
      </p:cxnSp>
      <p:sp>
        <p:nvSpPr>
          <p:cNvPr id="109" name="Google Shape;109;p1"/>
          <p:cNvSpPr/>
          <p:nvPr/>
        </p:nvSpPr>
        <p:spPr>
          <a:xfrm>
            <a:off x="2973928" y="695373"/>
            <a:ext cx="922337" cy="42862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Lights</a:t>
            </a:r>
            <a:endParaRPr/>
          </a:p>
        </p:txBody>
      </p:sp>
      <p:sp>
        <p:nvSpPr>
          <p:cNvPr id="110" name="Google Shape;110;p1"/>
          <p:cNvSpPr txBox="1"/>
          <p:nvPr>
            <p:ph type="title"/>
          </p:nvPr>
        </p:nvSpPr>
        <p:spPr>
          <a:xfrm>
            <a:off x="3106378" y="44624"/>
            <a:ext cx="3651134" cy="38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FSS - Process Map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1865690" y="696119"/>
            <a:ext cx="922338" cy="42862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7471210" y="726525"/>
            <a:ext cx="1142999" cy="42862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2000959" y="5916839"/>
            <a:ext cx="1476229" cy="539751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Pitch and Roll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6873990" y="5827989"/>
            <a:ext cx="1142479" cy="516624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Obstacle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3575195" y="5827989"/>
            <a:ext cx="934410" cy="58737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Altitude</a:t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4086887" y="696119"/>
            <a:ext cx="1649528" cy="42862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and Roll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4641348" y="5826550"/>
            <a:ext cx="963323" cy="58737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Power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5999816" y="640037"/>
            <a:ext cx="1022012" cy="535762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8662607" y="5334307"/>
            <a:ext cx="1012908" cy="527193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Intensity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5736415" y="5837336"/>
            <a:ext cx="982873" cy="587375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Speed</a:t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1154862" y="5310672"/>
            <a:ext cx="963323" cy="513142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Joystick</a:t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8171171" y="5989619"/>
            <a:ext cx="963323" cy="517152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Seat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314892" y="4718580"/>
            <a:ext cx="913226" cy="499067"/>
          </a:xfrm>
          <a:prstGeom prst="rect">
            <a:avLst/>
          </a:prstGeom>
          <a:noFill/>
          <a:ln cap="flat" cmpd="sng" w="254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250280" y="640037"/>
            <a:ext cx="1344439" cy="432220"/>
          </a:xfrm>
          <a:prstGeom prst="rect">
            <a:avLst/>
          </a:prstGeom>
          <a:solidFill>
            <a:srgbClr val="5799FF"/>
          </a:solidFill>
          <a:ln>
            <a:noFill/>
          </a:ln>
        </p:spPr>
        <p:txBody>
          <a:bodyPr anchorCtr="0" anchor="t" bIns="45700" lIns="91425" spcFirstLastPara="1" rIns="91425" wrap="square" tIns="10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Actuadores</a:t>
            </a:r>
            <a:endParaRPr b="0" i="0" sz="1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191859" y="5916839"/>
            <a:ext cx="1159293" cy="432220"/>
          </a:xfrm>
          <a:prstGeom prst="rect">
            <a:avLst/>
          </a:prstGeom>
          <a:solidFill>
            <a:srgbClr val="5799FF"/>
          </a:solidFill>
          <a:ln>
            <a:noFill/>
          </a:ln>
        </p:spPr>
        <p:txBody>
          <a:bodyPr anchorCtr="0" anchor="t" bIns="45700" lIns="91425" spcFirstLastPara="1" rIns="91425" wrap="square" tIns="10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Sensores</a:t>
            </a:r>
            <a:endParaRPr b="0" i="0" sz="1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3224808" y="2348880"/>
            <a:ext cx="3096344" cy="1752806"/>
          </a:xfrm>
          <a:prstGeom prst="roundRect">
            <a:avLst>
              <a:gd fmla="val 16667" name="adj"/>
            </a:avLst>
          </a:prstGeom>
          <a:solidFill>
            <a:srgbClr val="5799FF"/>
          </a:solidFill>
          <a:ln cap="flat" cmpd="sng" w="19050">
            <a:solidFill>
              <a:srgbClr val="579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4319839" y="2877550"/>
            <a:ext cx="906282" cy="524553"/>
          </a:xfrm>
          <a:prstGeom prst="rect">
            <a:avLst/>
          </a:prstGeom>
          <a:solidFill>
            <a:srgbClr val="5799FF"/>
          </a:solidFill>
          <a:ln>
            <a:noFill/>
          </a:ln>
        </p:spPr>
        <p:txBody>
          <a:bodyPr anchorCtr="0" anchor="t" bIns="45700" lIns="91425" spcFirstLastPara="1" rIns="91425" wrap="square" tIns="10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e40c7a0ee_0_131"/>
          <p:cNvSpPr/>
          <p:nvPr/>
        </p:nvSpPr>
        <p:spPr>
          <a:xfrm>
            <a:off x="2344922" y="2846892"/>
            <a:ext cx="1300200" cy="643200"/>
          </a:xfrm>
          <a:prstGeom prst="parallelogram">
            <a:avLst>
              <a:gd fmla="val 25005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" name="Google Shape;134;g3ae40c7a0ee_0_131"/>
          <p:cNvSpPr/>
          <p:nvPr/>
        </p:nvSpPr>
        <p:spPr>
          <a:xfrm>
            <a:off x="4214010" y="2899138"/>
            <a:ext cx="1226700" cy="539700"/>
          </a:xfrm>
          <a:prstGeom prst="parallelogram">
            <a:avLst>
              <a:gd fmla="val 25020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" name="Google Shape;135;g3ae40c7a0ee_0_131"/>
          <p:cNvSpPr/>
          <p:nvPr/>
        </p:nvSpPr>
        <p:spPr>
          <a:xfrm>
            <a:off x="4296128" y="2899884"/>
            <a:ext cx="104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136" name="Google Shape;136;g3ae40c7a0ee_0_131"/>
          <p:cNvSpPr/>
          <p:nvPr/>
        </p:nvSpPr>
        <p:spPr>
          <a:xfrm>
            <a:off x="2419495" y="2906838"/>
            <a:ext cx="1115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PosAlt_Control</a:t>
            </a:r>
            <a:endParaRPr/>
          </a:p>
        </p:txBody>
      </p:sp>
      <p:sp>
        <p:nvSpPr>
          <p:cNvPr id="137" name="Google Shape;137;g3ae40c7a0ee_0_131"/>
          <p:cNvSpPr/>
          <p:nvPr/>
        </p:nvSpPr>
        <p:spPr>
          <a:xfrm>
            <a:off x="2973928" y="695373"/>
            <a:ext cx="9222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Lights</a:t>
            </a:r>
            <a:endParaRPr/>
          </a:p>
        </p:txBody>
      </p:sp>
      <p:sp>
        <p:nvSpPr>
          <p:cNvPr id="138" name="Google Shape;138;g3ae40c7a0ee_0_131"/>
          <p:cNvSpPr txBox="1"/>
          <p:nvPr>
            <p:ph type="title"/>
          </p:nvPr>
        </p:nvSpPr>
        <p:spPr>
          <a:xfrm>
            <a:off x="3106378" y="44624"/>
            <a:ext cx="365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FSS - Process Map</a:t>
            </a:r>
            <a:endParaRPr/>
          </a:p>
        </p:txBody>
      </p:sp>
      <p:sp>
        <p:nvSpPr>
          <p:cNvPr id="139" name="Google Shape;139;g3ae40c7a0ee_0_131"/>
          <p:cNvSpPr/>
          <p:nvPr/>
        </p:nvSpPr>
        <p:spPr>
          <a:xfrm>
            <a:off x="1865690" y="696119"/>
            <a:ext cx="9222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</a:t>
            </a:r>
            <a:endParaRPr/>
          </a:p>
        </p:txBody>
      </p:sp>
      <p:sp>
        <p:nvSpPr>
          <p:cNvPr id="140" name="Google Shape;140;g3ae40c7a0ee_0_131"/>
          <p:cNvSpPr/>
          <p:nvPr/>
        </p:nvSpPr>
        <p:spPr>
          <a:xfrm>
            <a:off x="7471210" y="726525"/>
            <a:ext cx="11430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/>
          </a:p>
        </p:txBody>
      </p:sp>
      <p:sp>
        <p:nvSpPr>
          <p:cNvPr id="141" name="Google Shape;141;g3ae40c7a0ee_0_131"/>
          <p:cNvSpPr/>
          <p:nvPr/>
        </p:nvSpPr>
        <p:spPr>
          <a:xfrm>
            <a:off x="2000959" y="5916839"/>
            <a:ext cx="1476300" cy="539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Pitch and Roll</a:t>
            </a:r>
            <a:endParaRPr/>
          </a:p>
        </p:txBody>
      </p:sp>
      <p:sp>
        <p:nvSpPr>
          <p:cNvPr id="142" name="Google Shape;142;g3ae40c7a0ee_0_131"/>
          <p:cNvSpPr/>
          <p:nvPr/>
        </p:nvSpPr>
        <p:spPr>
          <a:xfrm>
            <a:off x="6873990" y="5827989"/>
            <a:ext cx="1142400" cy="5166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Obstacle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143" name="Google Shape;143;g3ae40c7a0ee_0_131"/>
          <p:cNvSpPr/>
          <p:nvPr/>
        </p:nvSpPr>
        <p:spPr>
          <a:xfrm>
            <a:off x="3575195" y="5827989"/>
            <a:ext cx="9345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Altitude</a:t>
            </a:r>
            <a:endParaRPr/>
          </a:p>
        </p:txBody>
      </p:sp>
      <p:sp>
        <p:nvSpPr>
          <p:cNvPr id="144" name="Google Shape;144;g3ae40c7a0ee_0_131"/>
          <p:cNvSpPr/>
          <p:nvPr/>
        </p:nvSpPr>
        <p:spPr>
          <a:xfrm>
            <a:off x="4086887" y="696119"/>
            <a:ext cx="16494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and Roll</a:t>
            </a:r>
            <a:endParaRPr/>
          </a:p>
        </p:txBody>
      </p:sp>
      <p:sp>
        <p:nvSpPr>
          <p:cNvPr id="145" name="Google Shape;145;g3ae40c7a0ee_0_131"/>
          <p:cNvSpPr/>
          <p:nvPr/>
        </p:nvSpPr>
        <p:spPr>
          <a:xfrm>
            <a:off x="4641348" y="5826550"/>
            <a:ext cx="9633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Power</a:t>
            </a:r>
            <a:endParaRPr/>
          </a:p>
        </p:txBody>
      </p:sp>
      <p:sp>
        <p:nvSpPr>
          <p:cNvPr id="146" name="Google Shape;146;g3ae40c7a0ee_0_131"/>
          <p:cNvSpPr/>
          <p:nvPr/>
        </p:nvSpPr>
        <p:spPr>
          <a:xfrm>
            <a:off x="5999816" y="640037"/>
            <a:ext cx="1022100" cy="5358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147" name="Google Shape;147;g3ae40c7a0ee_0_131"/>
          <p:cNvSpPr/>
          <p:nvPr/>
        </p:nvSpPr>
        <p:spPr>
          <a:xfrm>
            <a:off x="8662607" y="5334307"/>
            <a:ext cx="1012800" cy="5271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Intensity</a:t>
            </a:r>
            <a:endParaRPr/>
          </a:p>
        </p:txBody>
      </p:sp>
      <p:sp>
        <p:nvSpPr>
          <p:cNvPr id="148" name="Google Shape;148;g3ae40c7a0ee_0_131"/>
          <p:cNvSpPr/>
          <p:nvPr/>
        </p:nvSpPr>
        <p:spPr>
          <a:xfrm>
            <a:off x="5736415" y="5837336"/>
            <a:ext cx="9828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Speed</a:t>
            </a:r>
            <a:endParaRPr/>
          </a:p>
        </p:txBody>
      </p:sp>
      <p:sp>
        <p:nvSpPr>
          <p:cNvPr id="149" name="Google Shape;149;g3ae40c7a0ee_0_131"/>
          <p:cNvSpPr/>
          <p:nvPr/>
        </p:nvSpPr>
        <p:spPr>
          <a:xfrm>
            <a:off x="1107785" y="5220114"/>
            <a:ext cx="963300" cy="5130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Joystick</a:t>
            </a:r>
            <a:endParaRPr/>
          </a:p>
        </p:txBody>
      </p:sp>
      <p:sp>
        <p:nvSpPr>
          <p:cNvPr id="150" name="Google Shape;150;g3ae40c7a0ee_0_131"/>
          <p:cNvSpPr/>
          <p:nvPr/>
        </p:nvSpPr>
        <p:spPr>
          <a:xfrm>
            <a:off x="8171171" y="5989619"/>
            <a:ext cx="963300" cy="5172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Seat</a:t>
            </a:r>
            <a:endParaRPr/>
          </a:p>
        </p:txBody>
      </p:sp>
      <p:cxnSp>
        <p:nvCxnSpPr>
          <p:cNvPr id="151" name="Google Shape;151;g3ae40c7a0ee_0_131"/>
          <p:cNvCxnSpPr>
            <a:endCxn id="148" idx="0"/>
          </p:cNvCxnSpPr>
          <p:nvPr/>
        </p:nvCxnSpPr>
        <p:spPr>
          <a:xfrm>
            <a:off x="5074615" y="3466436"/>
            <a:ext cx="1153200" cy="23709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52" name="Google Shape;152;g3ae40c7a0ee_0_131"/>
          <p:cNvCxnSpPr>
            <a:stCxn id="135" idx="2"/>
            <a:endCxn id="145" idx="0"/>
          </p:cNvCxnSpPr>
          <p:nvPr/>
        </p:nvCxnSpPr>
        <p:spPr>
          <a:xfrm>
            <a:off x="4820978" y="3439584"/>
            <a:ext cx="302100" cy="23871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153" name="Google Shape;153;g3ae40c7a0ee_0_131"/>
          <p:cNvSpPr/>
          <p:nvPr/>
        </p:nvSpPr>
        <p:spPr>
          <a:xfrm>
            <a:off x="362966" y="4443989"/>
            <a:ext cx="913200" cy="499200"/>
          </a:xfrm>
          <a:prstGeom prst="rect">
            <a:avLst/>
          </a:prstGeom>
          <a:noFill/>
          <a:ln cap="flat" cmpd="sng" w="254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/>
          </a:p>
        </p:txBody>
      </p:sp>
      <p:cxnSp>
        <p:nvCxnSpPr>
          <p:cNvPr id="154" name="Google Shape;154;g3ae40c7a0ee_0_131"/>
          <p:cNvCxnSpPr/>
          <p:nvPr/>
        </p:nvCxnSpPr>
        <p:spPr>
          <a:xfrm flipH="1">
            <a:off x="4479833" y="3438396"/>
            <a:ext cx="103500" cy="889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55" name="Google Shape;155;g3ae40c7a0ee_0_131"/>
          <p:cNvCxnSpPr/>
          <p:nvPr/>
        </p:nvCxnSpPr>
        <p:spPr>
          <a:xfrm flipH="1">
            <a:off x="1865792" y="3507427"/>
            <a:ext cx="870000" cy="17127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56" name="Google Shape;156;g3ae40c7a0ee_0_131"/>
          <p:cNvCxnSpPr/>
          <p:nvPr/>
        </p:nvCxnSpPr>
        <p:spPr>
          <a:xfrm flipH="1">
            <a:off x="2739038" y="3495296"/>
            <a:ext cx="264300" cy="24216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57" name="Google Shape;157;g3ae40c7a0ee_0_131"/>
          <p:cNvCxnSpPr/>
          <p:nvPr/>
        </p:nvCxnSpPr>
        <p:spPr>
          <a:xfrm>
            <a:off x="3358591" y="3467328"/>
            <a:ext cx="473100" cy="8436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158" name="Google Shape;158;g3ae40c7a0ee_0_131"/>
          <p:cNvSpPr txBox="1"/>
          <p:nvPr/>
        </p:nvSpPr>
        <p:spPr>
          <a:xfrm>
            <a:off x="7886897" y="47192"/>
            <a:ext cx="1758900" cy="461700"/>
          </a:xfrm>
          <a:prstGeom prst="rect">
            <a:avLst/>
          </a:prstGeom>
          <a:solidFill>
            <a:srgbClr val="99C1F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 </a:t>
            </a:r>
            <a:r>
              <a:rPr lang="en-US" sz="2400">
                <a:solidFill>
                  <a:schemeClr val="dk1"/>
                </a:solidFill>
              </a:rPr>
              <a:t>2</a:t>
            </a:r>
            <a:endParaRPr/>
          </a:p>
        </p:txBody>
      </p:sp>
      <p:cxnSp>
        <p:nvCxnSpPr>
          <p:cNvPr id="159" name="Google Shape;159;g3ae40c7a0ee_0_131"/>
          <p:cNvCxnSpPr/>
          <p:nvPr/>
        </p:nvCxnSpPr>
        <p:spPr>
          <a:xfrm rot="10800000">
            <a:off x="3435117" y="1123870"/>
            <a:ext cx="1080000" cy="1780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60" name="Google Shape;160;g3ae40c7a0ee_0_131"/>
          <p:cNvCxnSpPr/>
          <p:nvPr/>
        </p:nvCxnSpPr>
        <p:spPr>
          <a:xfrm flipH="1" rot="10800000">
            <a:off x="2748998" y="1110346"/>
            <a:ext cx="345300" cy="17358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61" name="Google Shape;161;g3ae40c7a0ee_0_131"/>
          <p:cNvCxnSpPr/>
          <p:nvPr/>
        </p:nvCxnSpPr>
        <p:spPr>
          <a:xfrm>
            <a:off x="3205989" y="3490149"/>
            <a:ext cx="718500" cy="23379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62" name="Google Shape;162;g3ae40c7a0ee_0_131"/>
          <p:cNvCxnSpPr/>
          <p:nvPr/>
        </p:nvCxnSpPr>
        <p:spPr>
          <a:xfrm flipH="1" rot="10800000">
            <a:off x="5051375" y="1197800"/>
            <a:ext cx="1066500" cy="1688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163" name="Google Shape;163;g3ae40c7a0ee_0_131"/>
          <p:cNvSpPr/>
          <p:nvPr/>
        </p:nvSpPr>
        <p:spPr>
          <a:xfrm>
            <a:off x="3017163" y="4337088"/>
            <a:ext cx="2301900" cy="4287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Pitch_Roll_Command</a:t>
            </a:r>
            <a:endParaRPr/>
          </a:p>
        </p:txBody>
      </p:sp>
      <p:cxnSp>
        <p:nvCxnSpPr>
          <p:cNvPr id="164" name="Google Shape;164;g3ae40c7a0ee_0_131"/>
          <p:cNvCxnSpPr/>
          <p:nvPr/>
        </p:nvCxnSpPr>
        <p:spPr>
          <a:xfrm flipH="1" rot="10800000">
            <a:off x="5440700" y="1206125"/>
            <a:ext cx="2331600" cy="17145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65" name="Google Shape;165;g3ae40c7a0ee_0_131"/>
          <p:cNvCxnSpPr/>
          <p:nvPr/>
        </p:nvCxnSpPr>
        <p:spPr>
          <a:xfrm flipH="1" rot="10800000">
            <a:off x="3611475" y="1197500"/>
            <a:ext cx="3905100" cy="17817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166" name="Google Shape;166;g3ae40c7a0ee_0_131"/>
          <p:cNvSpPr/>
          <p:nvPr/>
        </p:nvSpPr>
        <p:spPr>
          <a:xfrm>
            <a:off x="1716200" y="2846900"/>
            <a:ext cx="1929000" cy="643200"/>
          </a:xfrm>
          <a:prstGeom prst="parallelogram">
            <a:avLst>
              <a:gd fmla="val 25005" name="adj"/>
            </a:avLst>
          </a:prstGeom>
          <a:solidFill>
            <a:srgbClr val="C7DCFF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g3ae40c7a0ee_0_131"/>
          <p:cNvSpPr/>
          <p:nvPr/>
        </p:nvSpPr>
        <p:spPr>
          <a:xfrm>
            <a:off x="1776300" y="2906850"/>
            <a:ext cx="1758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PosAlt_Control</a:t>
            </a:r>
            <a:endParaRPr/>
          </a:p>
        </p:txBody>
      </p:sp>
      <p:cxnSp>
        <p:nvCxnSpPr>
          <p:cNvPr id="168" name="Google Shape;168;g3ae40c7a0ee_0_131"/>
          <p:cNvCxnSpPr/>
          <p:nvPr/>
        </p:nvCxnSpPr>
        <p:spPr>
          <a:xfrm flipH="1" rot="10800000">
            <a:off x="3140700" y="1129275"/>
            <a:ext cx="1066200" cy="1689000"/>
          </a:xfrm>
          <a:prstGeom prst="straightConnector1">
            <a:avLst/>
          </a:prstGeom>
          <a:noFill/>
          <a:ln cap="flat" cmpd="sng" w="22225">
            <a:solidFill>
              <a:srgbClr val="99C1FE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40c7a0ee_0_71"/>
          <p:cNvSpPr/>
          <p:nvPr/>
        </p:nvSpPr>
        <p:spPr>
          <a:xfrm>
            <a:off x="2344922" y="2846892"/>
            <a:ext cx="1300200" cy="643200"/>
          </a:xfrm>
          <a:prstGeom prst="parallelogram">
            <a:avLst>
              <a:gd fmla="val 25005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" name="Google Shape;175;g3ae40c7a0ee_0_71"/>
          <p:cNvSpPr/>
          <p:nvPr/>
        </p:nvSpPr>
        <p:spPr>
          <a:xfrm>
            <a:off x="4214010" y="2899138"/>
            <a:ext cx="1226700" cy="539700"/>
          </a:xfrm>
          <a:prstGeom prst="parallelogram">
            <a:avLst>
              <a:gd fmla="val 25020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" name="Google Shape;176;g3ae40c7a0ee_0_71"/>
          <p:cNvSpPr/>
          <p:nvPr/>
        </p:nvSpPr>
        <p:spPr>
          <a:xfrm>
            <a:off x="4296128" y="2899884"/>
            <a:ext cx="104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177" name="Google Shape;177;g3ae40c7a0ee_0_71"/>
          <p:cNvSpPr/>
          <p:nvPr/>
        </p:nvSpPr>
        <p:spPr>
          <a:xfrm>
            <a:off x="2419495" y="2906838"/>
            <a:ext cx="1115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PosAlt_Control</a:t>
            </a:r>
            <a:endParaRPr/>
          </a:p>
        </p:txBody>
      </p:sp>
      <p:sp>
        <p:nvSpPr>
          <p:cNvPr id="178" name="Google Shape;178;g3ae40c7a0ee_0_71"/>
          <p:cNvSpPr/>
          <p:nvPr/>
        </p:nvSpPr>
        <p:spPr>
          <a:xfrm>
            <a:off x="2973928" y="695373"/>
            <a:ext cx="9222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Lights</a:t>
            </a:r>
            <a:endParaRPr/>
          </a:p>
        </p:txBody>
      </p:sp>
      <p:sp>
        <p:nvSpPr>
          <p:cNvPr id="179" name="Google Shape;179;g3ae40c7a0ee_0_71"/>
          <p:cNvSpPr txBox="1"/>
          <p:nvPr>
            <p:ph type="title"/>
          </p:nvPr>
        </p:nvSpPr>
        <p:spPr>
          <a:xfrm>
            <a:off x="3106378" y="44624"/>
            <a:ext cx="365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FSS - Process Map</a:t>
            </a:r>
            <a:endParaRPr/>
          </a:p>
        </p:txBody>
      </p:sp>
      <p:sp>
        <p:nvSpPr>
          <p:cNvPr id="180" name="Google Shape;180;g3ae40c7a0ee_0_71"/>
          <p:cNvSpPr/>
          <p:nvPr/>
        </p:nvSpPr>
        <p:spPr>
          <a:xfrm>
            <a:off x="1865690" y="696119"/>
            <a:ext cx="9222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</a:t>
            </a:r>
            <a:endParaRPr/>
          </a:p>
        </p:txBody>
      </p:sp>
      <p:sp>
        <p:nvSpPr>
          <p:cNvPr id="181" name="Google Shape;181;g3ae40c7a0ee_0_71"/>
          <p:cNvSpPr/>
          <p:nvPr/>
        </p:nvSpPr>
        <p:spPr>
          <a:xfrm>
            <a:off x="7471210" y="726525"/>
            <a:ext cx="11430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/>
          </a:p>
        </p:txBody>
      </p:sp>
      <p:sp>
        <p:nvSpPr>
          <p:cNvPr id="182" name="Google Shape;182;g3ae40c7a0ee_0_71"/>
          <p:cNvSpPr/>
          <p:nvPr/>
        </p:nvSpPr>
        <p:spPr>
          <a:xfrm>
            <a:off x="2000959" y="5916839"/>
            <a:ext cx="1476300" cy="539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Pitch and Roll</a:t>
            </a:r>
            <a:endParaRPr/>
          </a:p>
        </p:txBody>
      </p:sp>
      <p:sp>
        <p:nvSpPr>
          <p:cNvPr id="183" name="Google Shape;183;g3ae40c7a0ee_0_71"/>
          <p:cNvSpPr/>
          <p:nvPr/>
        </p:nvSpPr>
        <p:spPr>
          <a:xfrm>
            <a:off x="6873990" y="5827989"/>
            <a:ext cx="1142400" cy="5166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Obstacle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184" name="Google Shape;184;g3ae40c7a0ee_0_71"/>
          <p:cNvSpPr/>
          <p:nvPr/>
        </p:nvSpPr>
        <p:spPr>
          <a:xfrm>
            <a:off x="3575195" y="5827989"/>
            <a:ext cx="9345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Altitude</a:t>
            </a:r>
            <a:endParaRPr/>
          </a:p>
        </p:txBody>
      </p:sp>
      <p:sp>
        <p:nvSpPr>
          <p:cNvPr id="185" name="Google Shape;185;g3ae40c7a0ee_0_71"/>
          <p:cNvSpPr/>
          <p:nvPr/>
        </p:nvSpPr>
        <p:spPr>
          <a:xfrm>
            <a:off x="4086887" y="696119"/>
            <a:ext cx="16494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and Roll</a:t>
            </a:r>
            <a:endParaRPr/>
          </a:p>
        </p:txBody>
      </p:sp>
      <p:sp>
        <p:nvSpPr>
          <p:cNvPr id="186" name="Google Shape;186;g3ae40c7a0ee_0_71"/>
          <p:cNvSpPr/>
          <p:nvPr/>
        </p:nvSpPr>
        <p:spPr>
          <a:xfrm>
            <a:off x="4641348" y="5826550"/>
            <a:ext cx="9633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Power</a:t>
            </a:r>
            <a:endParaRPr/>
          </a:p>
        </p:txBody>
      </p:sp>
      <p:sp>
        <p:nvSpPr>
          <p:cNvPr id="187" name="Google Shape;187;g3ae40c7a0ee_0_71"/>
          <p:cNvSpPr/>
          <p:nvPr/>
        </p:nvSpPr>
        <p:spPr>
          <a:xfrm>
            <a:off x="5973984" y="2919283"/>
            <a:ext cx="1447500" cy="539700"/>
          </a:xfrm>
          <a:prstGeom prst="parallelogram">
            <a:avLst>
              <a:gd fmla="val 25020" name="adj"/>
            </a:avLst>
          </a:prstGeom>
          <a:solidFill>
            <a:srgbClr val="92D05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" name="Google Shape;188;g3ae40c7a0ee_0_71"/>
          <p:cNvSpPr/>
          <p:nvPr/>
        </p:nvSpPr>
        <p:spPr>
          <a:xfrm>
            <a:off x="6019341" y="2898646"/>
            <a:ext cx="1323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</a:t>
            </a:r>
            <a:endParaRPr/>
          </a:p>
        </p:txBody>
      </p:sp>
      <p:sp>
        <p:nvSpPr>
          <p:cNvPr id="189" name="Google Shape;189;g3ae40c7a0ee_0_71"/>
          <p:cNvSpPr/>
          <p:nvPr/>
        </p:nvSpPr>
        <p:spPr>
          <a:xfrm>
            <a:off x="5999816" y="640037"/>
            <a:ext cx="1022100" cy="5358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190" name="Google Shape;190;g3ae40c7a0ee_0_71"/>
          <p:cNvSpPr/>
          <p:nvPr/>
        </p:nvSpPr>
        <p:spPr>
          <a:xfrm>
            <a:off x="8662607" y="5334307"/>
            <a:ext cx="1012800" cy="5271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Intensity</a:t>
            </a:r>
            <a:endParaRPr/>
          </a:p>
        </p:txBody>
      </p:sp>
      <p:sp>
        <p:nvSpPr>
          <p:cNvPr id="191" name="Google Shape;191;g3ae40c7a0ee_0_71"/>
          <p:cNvSpPr/>
          <p:nvPr/>
        </p:nvSpPr>
        <p:spPr>
          <a:xfrm>
            <a:off x="5736415" y="5837336"/>
            <a:ext cx="9828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Speed</a:t>
            </a:r>
            <a:endParaRPr/>
          </a:p>
        </p:txBody>
      </p:sp>
      <p:sp>
        <p:nvSpPr>
          <p:cNvPr id="192" name="Google Shape;192;g3ae40c7a0ee_0_71"/>
          <p:cNvSpPr/>
          <p:nvPr/>
        </p:nvSpPr>
        <p:spPr>
          <a:xfrm>
            <a:off x="1107785" y="5220114"/>
            <a:ext cx="963300" cy="5130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Joystick</a:t>
            </a:r>
            <a:endParaRPr/>
          </a:p>
        </p:txBody>
      </p:sp>
      <p:sp>
        <p:nvSpPr>
          <p:cNvPr id="193" name="Google Shape;193;g3ae40c7a0ee_0_71"/>
          <p:cNvSpPr/>
          <p:nvPr/>
        </p:nvSpPr>
        <p:spPr>
          <a:xfrm>
            <a:off x="8171171" y="5989619"/>
            <a:ext cx="963300" cy="5172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Seat</a:t>
            </a:r>
            <a:endParaRPr/>
          </a:p>
        </p:txBody>
      </p:sp>
      <p:cxnSp>
        <p:nvCxnSpPr>
          <p:cNvPr id="194" name="Google Shape;194;g3ae40c7a0ee_0_71"/>
          <p:cNvCxnSpPr>
            <a:endCxn id="191" idx="0"/>
          </p:cNvCxnSpPr>
          <p:nvPr/>
        </p:nvCxnSpPr>
        <p:spPr>
          <a:xfrm>
            <a:off x="5074615" y="3466436"/>
            <a:ext cx="1153200" cy="23709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95" name="Google Shape;195;g3ae40c7a0ee_0_71"/>
          <p:cNvCxnSpPr>
            <a:stCxn id="176" idx="2"/>
            <a:endCxn id="186" idx="0"/>
          </p:cNvCxnSpPr>
          <p:nvPr/>
        </p:nvCxnSpPr>
        <p:spPr>
          <a:xfrm>
            <a:off x="4820978" y="3439584"/>
            <a:ext cx="302100" cy="23871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196" name="Google Shape;196;g3ae40c7a0ee_0_71"/>
          <p:cNvSpPr/>
          <p:nvPr/>
        </p:nvSpPr>
        <p:spPr>
          <a:xfrm>
            <a:off x="362966" y="4443989"/>
            <a:ext cx="913200" cy="499200"/>
          </a:xfrm>
          <a:prstGeom prst="rect">
            <a:avLst/>
          </a:prstGeom>
          <a:noFill/>
          <a:ln cap="flat" cmpd="sng" w="254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/>
          </a:p>
        </p:txBody>
      </p:sp>
      <p:cxnSp>
        <p:nvCxnSpPr>
          <p:cNvPr id="197" name="Google Shape;197;g3ae40c7a0ee_0_71"/>
          <p:cNvCxnSpPr/>
          <p:nvPr/>
        </p:nvCxnSpPr>
        <p:spPr>
          <a:xfrm flipH="1">
            <a:off x="4479833" y="3438396"/>
            <a:ext cx="103500" cy="889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98" name="Google Shape;198;g3ae40c7a0ee_0_71"/>
          <p:cNvCxnSpPr/>
          <p:nvPr/>
        </p:nvCxnSpPr>
        <p:spPr>
          <a:xfrm flipH="1">
            <a:off x="1865792" y="3507427"/>
            <a:ext cx="870000" cy="1712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199" name="Google Shape;199;g3ae40c7a0ee_0_71"/>
          <p:cNvCxnSpPr/>
          <p:nvPr/>
        </p:nvCxnSpPr>
        <p:spPr>
          <a:xfrm flipH="1">
            <a:off x="2739038" y="3495296"/>
            <a:ext cx="264300" cy="24216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00" name="Google Shape;200;g3ae40c7a0ee_0_71"/>
          <p:cNvCxnSpPr/>
          <p:nvPr/>
        </p:nvCxnSpPr>
        <p:spPr>
          <a:xfrm>
            <a:off x="3358591" y="3467328"/>
            <a:ext cx="473100" cy="8436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01" name="Google Shape;201;g3ae40c7a0ee_0_71"/>
          <p:cNvCxnSpPr/>
          <p:nvPr/>
        </p:nvCxnSpPr>
        <p:spPr>
          <a:xfrm>
            <a:off x="6620481" y="3466386"/>
            <a:ext cx="636900" cy="23328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02" name="Google Shape;202;g3ae40c7a0ee_0_71"/>
          <p:cNvCxnSpPr/>
          <p:nvPr/>
        </p:nvCxnSpPr>
        <p:spPr>
          <a:xfrm>
            <a:off x="6719288" y="3445749"/>
            <a:ext cx="1623000" cy="25440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03" name="Google Shape;203;g3ae40c7a0ee_0_71"/>
          <p:cNvCxnSpPr/>
          <p:nvPr/>
        </p:nvCxnSpPr>
        <p:spPr>
          <a:xfrm>
            <a:off x="6944746" y="3445749"/>
            <a:ext cx="1683300" cy="19101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04" name="Google Shape;204;g3ae40c7a0ee_0_71"/>
          <p:cNvSpPr txBox="1"/>
          <p:nvPr/>
        </p:nvSpPr>
        <p:spPr>
          <a:xfrm>
            <a:off x="7886897" y="47192"/>
            <a:ext cx="1758900" cy="461700"/>
          </a:xfrm>
          <a:prstGeom prst="rect">
            <a:avLst/>
          </a:prstGeom>
          <a:solidFill>
            <a:srgbClr val="99C1F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 </a:t>
            </a:r>
            <a:r>
              <a:rPr lang="en-US" sz="2400">
                <a:solidFill>
                  <a:schemeClr val="dk1"/>
                </a:solidFill>
              </a:rPr>
              <a:t>3</a:t>
            </a:r>
            <a:endParaRPr/>
          </a:p>
        </p:txBody>
      </p:sp>
      <p:cxnSp>
        <p:nvCxnSpPr>
          <p:cNvPr id="205" name="Google Shape;205;g3ae40c7a0ee_0_71"/>
          <p:cNvCxnSpPr/>
          <p:nvPr/>
        </p:nvCxnSpPr>
        <p:spPr>
          <a:xfrm rot="10800000">
            <a:off x="3435117" y="1123870"/>
            <a:ext cx="1080000" cy="1780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06" name="Google Shape;206;g3ae40c7a0ee_0_71"/>
          <p:cNvCxnSpPr/>
          <p:nvPr/>
        </p:nvCxnSpPr>
        <p:spPr>
          <a:xfrm flipH="1" rot="10800000">
            <a:off x="2748998" y="1110346"/>
            <a:ext cx="345300" cy="1735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07" name="Google Shape;207;g3ae40c7a0ee_0_71"/>
          <p:cNvSpPr/>
          <p:nvPr/>
        </p:nvSpPr>
        <p:spPr>
          <a:xfrm>
            <a:off x="5576550" y="4359325"/>
            <a:ext cx="1649400" cy="4287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Current_ Speed</a:t>
            </a:r>
            <a:endParaRPr/>
          </a:p>
        </p:txBody>
      </p:sp>
      <p:cxnSp>
        <p:nvCxnSpPr>
          <p:cNvPr id="208" name="Google Shape;208;g3ae40c7a0ee_0_71"/>
          <p:cNvCxnSpPr/>
          <p:nvPr/>
        </p:nvCxnSpPr>
        <p:spPr>
          <a:xfrm>
            <a:off x="5332875" y="3381225"/>
            <a:ext cx="733800" cy="9555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09" name="Google Shape;209;g3ae40c7a0ee_0_71"/>
          <p:cNvCxnSpPr/>
          <p:nvPr/>
        </p:nvCxnSpPr>
        <p:spPr>
          <a:xfrm>
            <a:off x="3205989" y="3490149"/>
            <a:ext cx="718500" cy="23379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10" name="Google Shape;210;g3ae40c7a0ee_0_71"/>
          <p:cNvSpPr/>
          <p:nvPr/>
        </p:nvSpPr>
        <p:spPr>
          <a:xfrm>
            <a:off x="4065225" y="1413125"/>
            <a:ext cx="1511400" cy="5001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Roll_Maniobra_Colision</a:t>
            </a:r>
            <a:endParaRPr/>
          </a:p>
        </p:txBody>
      </p:sp>
      <p:cxnSp>
        <p:nvCxnSpPr>
          <p:cNvPr id="211" name="Google Shape;211;g3ae40c7a0ee_0_71"/>
          <p:cNvCxnSpPr/>
          <p:nvPr/>
        </p:nvCxnSpPr>
        <p:spPr>
          <a:xfrm flipH="1" rot="10800000">
            <a:off x="3422325" y="1905575"/>
            <a:ext cx="1091700" cy="929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12" name="Google Shape;212;g3ae40c7a0ee_0_71"/>
          <p:cNvCxnSpPr>
            <a:endCxn id="207" idx="0"/>
          </p:cNvCxnSpPr>
          <p:nvPr/>
        </p:nvCxnSpPr>
        <p:spPr>
          <a:xfrm flipH="1">
            <a:off x="6401250" y="3479125"/>
            <a:ext cx="74700" cy="8802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dash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13" name="Google Shape;213;g3ae40c7a0ee_0_71"/>
          <p:cNvCxnSpPr>
            <a:stCxn id="188" idx="0"/>
            <a:endCxn id="210" idx="3"/>
          </p:cNvCxnSpPr>
          <p:nvPr/>
        </p:nvCxnSpPr>
        <p:spPr>
          <a:xfrm rot="10800000">
            <a:off x="5576541" y="1663246"/>
            <a:ext cx="1104600" cy="12354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14" name="Google Shape;214;g3ae40c7a0ee_0_71"/>
          <p:cNvCxnSpPr/>
          <p:nvPr/>
        </p:nvCxnSpPr>
        <p:spPr>
          <a:xfrm>
            <a:off x="6719288" y="3445749"/>
            <a:ext cx="1623000" cy="25440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15" name="Google Shape;215;g3ae40c7a0ee_0_71"/>
          <p:cNvCxnSpPr/>
          <p:nvPr/>
        </p:nvCxnSpPr>
        <p:spPr>
          <a:xfrm>
            <a:off x="6944746" y="3445749"/>
            <a:ext cx="1683300" cy="19101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16" name="Google Shape;216;g3ae40c7a0ee_0_71"/>
          <p:cNvCxnSpPr/>
          <p:nvPr/>
        </p:nvCxnSpPr>
        <p:spPr>
          <a:xfrm flipH="1" rot="10800000">
            <a:off x="5051375" y="1197800"/>
            <a:ext cx="1066500" cy="1688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17" name="Google Shape;217;g3ae40c7a0ee_0_71"/>
          <p:cNvSpPr/>
          <p:nvPr/>
        </p:nvSpPr>
        <p:spPr>
          <a:xfrm>
            <a:off x="3017163" y="4337088"/>
            <a:ext cx="2301900" cy="4287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Pitch_Roll_Command</a:t>
            </a:r>
            <a:endParaRPr/>
          </a:p>
        </p:txBody>
      </p:sp>
      <p:cxnSp>
        <p:nvCxnSpPr>
          <p:cNvPr id="218" name="Google Shape;218;g3ae40c7a0ee_0_71"/>
          <p:cNvCxnSpPr>
            <a:endCxn id="181" idx="2"/>
          </p:cNvCxnSpPr>
          <p:nvPr/>
        </p:nvCxnSpPr>
        <p:spPr>
          <a:xfrm flipH="1" rot="10800000">
            <a:off x="7124110" y="1155225"/>
            <a:ext cx="918600" cy="17655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19" name="Google Shape;219;g3ae40c7a0ee_0_71"/>
          <p:cNvCxnSpPr/>
          <p:nvPr/>
        </p:nvCxnSpPr>
        <p:spPr>
          <a:xfrm flipH="1" rot="10800000">
            <a:off x="5440700" y="1206125"/>
            <a:ext cx="2331600" cy="17145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20" name="Google Shape;220;g3ae40c7a0ee_0_71"/>
          <p:cNvCxnSpPr/>
          <p:nvPr/>
        </p:nvCxnSpPr>
        <p:spPr>
          <a:xfrm flipH="1" rot="10800000">
            <a:off x="3611475" y="1197500"/>
            <a:ext cx="3905100" cy="1781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21" name="Google Shape;221;g3ae40c7a0ee_0_71"/>
          <p:cNvSpPr/>
          <p:nvPr/>
        </p:nvSpPr>
        <p:spPr>
          <a:xfrm>
            <a:off x="1716200" y="2846900"/>
            <a:ext cx="1929000" cy="643200"/>
          </a:xfrm>
          <a:prstGeom prst="parallelogram">
            <a:avLst>
              <a:gd fmla="val 25005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2" name="Google Shape;222;g3ae40c7a0ee_0_71"/>
          <p:cNvSpPr/>
          <p:nvPr/>
        </p:nvSpPr>
        <p:spPr>
          <a:xfrm>
            <a:off x="1776300" y="2906850"/>
            <a:ext cx="1758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PosAlt_Control</a:t>
            </a:r>
            <a:endParaRPr/>
          </a:p>
        </p:txBody>
      </p:sp>
      <p:cxnSp>
        <p:nvCxnSpPr>
          <p:cNvPr id="223" name="Google Shape;223;g3ae40c7a0ee_0_71"/>
          <p:cNvCxnSpPr/>
          <p:nvPr/>
        </p:nvCxnSpPr>
        <p:spPr>
          <a:xfrm flipH="1" rot="10800000">
            <a:off x="3140700" y="1129275"/>
            <a:ext cx="1066200" cy="16890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e40c7a0ee_0_8"/>
          <p:cNvSpPr/>
          <p:nvPr/>
        </p:nvSpPr>
        <p:spPr>
          <a:xfrm>
            <a:off x="1716200" y="2846900"/>
            <a:ext cx="1929000" cy="643200"/>
          </a:xfrm>
          <a:prstGeom prst="parallelogram">
            <a:avLst>
              <a:gd fmla="val 25005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0" name="Google Shape;230;g3ae40c7a0ee_0_8"/>
          <p:cNvSpPr/>
          <p:nvPr/>
        </p:nvSpPr>
        <p:spPr>
          <a:xfrm>
            <a:off x="4214010" y="2899138"/>
            <a:ext cx="1226700" cy="539700"/>
          </a:xfrm>
          <a:prstGeom prst="parallelogram">
            <a:avLst>
              <a:gd fmla="val 25020" name="adj"/>
            </a:avLst>
          </a:prstGeom>
          <a:solidFill>
            <a:srgbClr val="FFFF0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1" name="Google Shape;231;g3ae40c7a0ee_0_8"/>
          <p:cNvSpPr/>
          <p:nvPr/>
        </p:nvSpPr>
        <p:spPr>
          <a:xfrm>
            <a:off x="4296128" y="2899884"/>
            <a:ext cx="104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232" name="Google Shape;232;g3ae40c7a0ee_0_8"/>
          <p:cNvSpPr/>
          <p:nvPr/>
        </p:nvSpPr>
        <p:spPr>
          <a:xfrm>
            <a:off x="1776300" y="2906850"/>
            <a:ext cx="1758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PosAlt_Control</a:t>
            </a:r>
            <a:endParaRPr/>
          </a:p>
        </p:txBody>
      </p:sp>
      <p:sp>
        <p:nvSpPr>
          <p:cNvPr id="233" name="Google Shape;233;g3ae40c7a0ee_0_8"/>
          <p:cNvSpPr/>
          <p:nvPr/>
        </p:nvSpPr>
        <p:spPr>
          <a:xfrm>
            <a:off x="2973928" y="695373"/>
            <a:ext cx="9222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Lights</a:t>
            </a:r>
            <a:endParaRPr/>
          </a:p>
        </p:txBody>
      </p:sp>
      <p:sp>
        <p:nvSpPr>
          <p:cNvPr id="234" name="Google Shape;234;g3ae40c7a0ee_0_8"/>
          <p:cNvSpPr txBox="1"/>
          <p:nvPr>
            <p:ph type="title"/>
          </p:nvPr>
        </p:nvSpPr>
        <p:spPr>
          <a:xfrm>
            <a:off x="3106378" y="44624"/>
            <a:ext cx="365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FSS - Process Map</a:t>
            </a:r>
            <a:endParaRPr/>
          </a:p>
        </p:txBody>
      </p:sp>
      <p:sp>
        <p:nvSpPr>
          <p:cNvPr id="235" name="Google Shape;235;g3ae40c7a0ee_0_8"/>
          <p:cNvSpPr/>
          <p:nvPr/>
        </p:nvSpPr>
        <p:spPr>
          <a:xfrm>
            <a:off x="1865690" y="696119"/>
            <a:ext cx="9222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</a:t>
            </a:r>
            <a:endParaRPr/>
          </a:p>
        </p:txBody>
      </p:sp>
      <p:sp>
        <p:nvSpPr>
          <p:cNvPr id="236" name="Google Shape;236;g3ae40c7a0ee_0_8"/>
          <p:cNvSpPr/>
          <p:nvPr/>
        </p:nvSpPr>
        <p:spPr>
          <a:xfrm>
            <a:off x="7471210" y="726525"/>
            <a:ext cx="11430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/>
          </a:p>
        </p:txBody>
      </p:sp>
      <p:sp>
        <p:nvSpPr>
          <p:cNvPr id="237" name="Google Shape;237;g3ae40c7a0ee_0_8"/>
          <p:cNvSpPr/>
          <p:nvPr/>
        </p:nvSpPr>
        <p:spPr>
          <a:xfrm>
            <a:off x="2000959" y="5916839"/>
            <a:ext cx="1476300" cy="539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Pitch and Roll</a:t>
            </a:r>
            <a:endParaRPr/>
          </a:p>
        </p:txBody>
      </p:sp>
      <p:sp>
        <p:nvSpPr>
          <p:cNvPr id="238" name="Google Shape;238;g3ae40c7a0ee_0_8"/>
          <p:cNvSpPr/>
          <p:nvPr/>
        </p:nvSpPr>
        <p:spPr>
          <a:xfrm>
            <a:off x="6873990" y="5827989"/>
            <a:ext cx="1142400" cy="5166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Obstacle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239" name="Google Shape;239;g3ae40c7a0ee_0_8"/>
          <p:cNvSpPr/>
          <p:nvPr/>
        </p:nvSpPr>
        <p:spPr>
          <a:xfrm>
            <a:off x="3575195" y="5827989"/>
            <a:ext cx="9345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Altitude</a:t>
            </a:r>
            <a:endParaRPr/>
          </a:p>
        </p:txBody>
      </p:sp>
      <p:sp>
        <p:nvSpPr>
          <p:cNvPr id="240" name="Google Shape;240;g3ae40c7a0ee_0_8"/>
          <p:cNvSpPr/>
          <p:nvPr/>
        </p:nvSpPr>
        <p:spPr>
          <a:xfrm>
            <a:off x="4086887" y="696119"/>
            <a:ext cx="1649400" cy="4287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and Roll</a:t>
            </a:r>
            <a:endParaRPr/>
          </a:p>
        </p:txBody>
      </p:sp>
      <p:sp>
        <p:nvSpPr>
          <p:cNvPr id="241" name="Google Shape;241;g3ae40c7a0ee_0_8"/>
          <p:cNvSpPr/>
          <p:nvPr/>
        </p:nvSpPr>
        <p:spPr>
          <a:xfrm>
            <a:off x="4641348" y="5826550"/>
            <a:ext cx="9633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Power</a:t>
            </a:r>
            <a:endParaRPr/>
          </a:p>
        </p:txBody>
      </p:sp>
      <p:sp>
        <p:nvSpPr>
          <p:cNvPr id="242" name="Google Shape;242;g3ae40c7a0ee_0_8"/>
          <p:cNvSpPr/>
          <p:nvPr/>
        </p:nvSpPr>
        <p:spPr>
          <a:xfrm>
            <a:off x="5973984" y="2919283"/>
            <a:ext cx="1447500" cy="539700"/>
          </a:xfrm>
          <a:prstGeom prst="parallelogram">
            <a:avLst>
              <a:gd fmla="val 25020" name="adj"/>
            </a:avLst>
          </a:prstGeom>
          <a:solidFill>
            <a:srgbClr val="92D050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3" name="Google Shape;243;g3ae40c7a0ee_0_8"/>
          <p:cNvSpPr/>
          <p:nvPr/>
        </p:nvSpPr>
        <p:spPr>
          <a:xfrm>
            <a:off x="6019341" y="2898646"/>
            <a:ext cx="1323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</a:t>
            </a:r>
            <a:endParaRPr/>
          </a:p>
        </p:txBody>
      </p:sp>
      <p:sp>
        <p:nvSpPr>
          <p:cNvPr id="244" name="Google Shape;244;g3ae40c7a0ee_0_8"/>
          <p:cNvSpPr/>
          <p:nvPr/>
        </p:nvSpPr>
        <p:spPr>
          <a:xfrm>
            <a:off x="5999816" y="640037"/>
            <a:ext cx="1022100" cy="5358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/>
          </a:p>
        </p:txBody>
      </p:sp>
      <p:sp>
        <p:nvSpPr>
          <p:cNvPr id="245" name="Google Shape;245;g3ae40c7a0ee_0_8"/>
          <p:cNvSpPr/>
          <p:nvPr/>
        </p:nvSpPr>
        <p:spPr>
          <a:xfrm>
            <a:off x="8662607" y="5334307"/>
            <a:ext cx="1012800" cy="5271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Intensity</a:t>
            </a:r>
            <a:endParaRPr/>
          </a:p>
        </p:txBody>
      </p:sp>
      <p:sp>
        <p:nvSpPr>
          <p:cNvPr id="246" name="Google Shape;246;g3ae40c7a0ee_0_8"/>
          <p:cNvSpPr/>
          <p:nvPr/>
        </p:nvSpPr>
        <p:spPr>
          <a:xfrm>
            <a:off x="5736415" y="5837336"/>
            <a:ext cx="982800" cy="5874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Speed</a:t>
            </a:r>
            <a:endParaRPr/>
          </a:p>
        </p:txBody>
      </p:sp>
      <p:sp>
        <p:nvSpPr>
          <p:cNvPr id="247" name="Google Shape;247;g3ae40c7a0ee_0_8"/>
          <p:cNvSpPr/>
          <p:nvPr/>
        </p:nvSpPr>
        <p:spPr>
          <a:xfrm>
            <a:off x="1107785" y="5220114"/>
            <a:ext cx="963300" cy="5130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Joystick</a:t>
            </a:r>
            <a:endParaRPr/>
          </a:p>
        </p:txBody>
      </p:sp>
      <p:sp>
        <p:nvSpPr>
          <p:cNvPr id="248" name="Google Shape;248;g3ae40c7a0ee_0_8"/>
          <p:cNvSpPr/>
          <p:nvPr/>
        </p:nvSpPr>
        <p:spPr>
          <a:xfrm>
            <a:off x="8171171" y="5989619"/>
            <a:ext cx="963300" cy="517200"/>
          </a:xfrm>
          <a:prstGeom prst="rect">
            <a:avLst/>
          </a:prstGeom>
          <a:noFill/>
          <a:ln cap="flat" cmpd="sng" w="254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Seat</a:t>
            </a:r>
            <a:endParaRPr/>
          </a:p>
        </p:txBody>
      </p:sp>
      <p:cxnSp>
        <p:nvCxnSpPr>
          <p:cNvPr id="249" name="Google Shape;249;g3ae40c7a0ee_0_8"/>
          <p:cNvCxnSpPr>
            <a:endCxn id="246" idx="0"/>
          </p:cNvCxnSpPr>
          <p:nvPr/>
        </p:nvCxnSpPr>
        <p:spPr>
          <a:xfrm>
            <a:off x="5074615" y="3466436"/>
            <a:ext cx="1153200" cy="23709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0" name="Google Shape;250;g3ae40c7a0ee_0_8"/>
          <p:cNvCxnSpPr>
            <a:stCxn id="231" idx="2"/>
            <a:endCxn id="241" idx="0"/>
          </p:cNvCxnSpPr>
          <p:nvPr/>
        </p:nvCxnSpPr>
        <p:spPr>
          <a:xfrm>
            <a:off x="4820978" y="3439584"/>
            <a:ext cx="302100" cy="23871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51" name="Google Shape;251;g3ae40c7a0ee_0_8"/>
          <p:cNvSpPr/>
          <p:nvPr/>
        </p:nvSpPr>
        <p:spPr>
          <a:xfrm>
            <a:off x="362966" y="4443989"/>
            <a:ext cx="913200" cy="499200"/>
          </a:xfrm>
          <a:prstGeom prst="rect">
            <a:avLst/>
          </a:prstGeom>
          <a:noFill/>
          <a:ln cap="flat" cmpd="sng" w="254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/>
          </a:p>
        </p:txBody>
      </p:sp>
      <p:cxnSp>
        <p:nvCxnSpPr>
          <p:cNvPr id="252" name="Google Shape;252;g3ae40c7a0ee_0_8"/>
          <p:cNvCxnSpPr/>
          <p:nvPr/>
        </p:nvCxnSpPr>
        <p:spPr>
          <a:xfrm flipH="1">
            <a:off x="4479833" y="3438396"/>
            <a:ext cx="103500" cy="889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3" name="Google Shape;253;g3ae40c7a0ee_0_8"/>
          <p:cNvCxnSpPr/>
          <p:nvPr/>
        </p:nvCxnSpPr>
        <p:spPr>
          <a:xfrm flipH="1">
            <a:off x="1865792" y="3507427"/>
            <a:ext cx="870000" cy="1712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4" name="Google Shape;254;g3ae40c7a0ee_0_8"/>
          <p:cNvCxnSpPr/>
          <p:nvPr/>
        </p:nvCxnSpPr>
        <p:spPr>
          <a:xfrm flipH="1">
            <a:off x="2739038" y="3495296"/>
            <a:ext cx="264300" cy="24216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5" name="Google Shape;255;g3ae40c7a0ee_0_8"/>
          <p:cNvCxnSpPr/>
          <p:nvPr/>
        </p:nvCxnSpPr>
        <p:spPr>
          <a:xfrm>
            <a:off x="3358591" y="3467328"/>
            <a:ext cx="473100" cy="8436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6" name="Google Shape;256;g3ae40c7a0ee_0_8"/>
          <p:cNvCxnSpPr/>
          <p:nvPr/>
        </p:nvCxnSpPr>
        <p:spPr>
          <a:xfrm>
            <a:off x="6620481" y="3466386"/>
            <a:ext cx="636900" cy="23328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7" name="Google Shape;257;g3ae40c7a0ee_0_8"/>
          <p:cNvCxnSpPr/>
          <p:nvPr/>
        </p:nvCxnSpPr>
        <p:spPr>
          <a:xfrm>
            <a:off x="6719288" y="3445749"/>
            <a:ext cx="1623000" cy="25440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8" name="Google Shape;258;g3ae40c7a0ee_0_8"/>
          <p:cNvCxnSpPr/>
          <p:nvPr/>
        </p:nvCxnSpPr>
        <p:spPr>
          <a:xfrm>
            <a:off x="6944746" y="3445749"/>
            <a:ext cx="1683300" cy="19101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59" name="Google Shape;259;g3ae40c7a0ee_0_8"/>
          <p:cNvCxnSpPr>
            <a:endCxn id="260" idx="2"/>
          </p:cNvCxnSpPr>
          <p:nvPr/>
        </p:nvCxnSpPr>
        <p:spPr>
          <a:xfrm flipH="1" rot="10800000">
            <a:off x="6902225" y="2061225"/>
            <a:ext cx="301200" cy="867900"/>
          </a:xfrm>
          <a:prstGeom prst="straightConnector1">
            <a:avLst/>
          </a:prstGeom>
          <a:noFill/>
          <a:ln cap="flat" cmpd="sng" w="22225">
            <a:solidFill>
              <a:srgbClr val="9900FF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61" name="Google Shape;261;g3ae40c7a0ee_0_8"/>
          <p:cNvSpPr txBox="1"/>
          <p:nvPr/>
        </p:nvSpPr>
        <p:spPr>
          <a:xfrm>
            <a:off x="7886897" y="47192"/>
            <a:ext cx="1758900" cy="461700"/>
          </a:xfrm>
          <a:prstGeom prst="rect">
            <a:avLst/>
          </a:prstGeom>
          <a:solidFill>
            <a:srgbClr val="99C1F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 </a:t>
            </a:r>
            <a:r>
              <a:rPr lang="en-US" sz="2400">
                <a:solidFill>
                  <a:schemeClr val="dk1"/>
                </a:solidFill>
              </a:rPr>
              <a:t>4</a:t>
            </a:r>
            <a:endParaRPr/>
          </a:p>
        </p:txBody>
      </p:sp>
      <p:cxnSp>
        <p:nvCxnSpPr>
          <p:cNvPr id="262" name="Google Shape;262;g3ae40c7a0ee_0_8"/>
          <p:cNvCxnSpPr/>
          <p:nvPr/>
        </p:nvCxnSpPr>
        <p:spPr>
          <a:xfrm rot="10800000">
            <a:off x="3435117" y="1123870"/>
            <a:ext cx="1080000" cy="1780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63" name="Google Shape;263;g3ae40c7a0ee_0_8"/>
          <p:cNvCxnSpPr/>
          <p:nvPr/>
        </p:nvCxnSpPr>
        <p:spPr>
          <a:xfrm flipH="1" rot="10800000">
            <a:off x="2748998" y="1110346"/>
            <a:ext cx="345300" cy="17358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64" name="Google Shape;264;g3ae40c7a0ee_0_8"/>
          <p:cNvSpPr/>
          <p:nvPr/>
        </p:nvSpPr>
        <p:spPr>
          <a:xfrm>
            <a:off x="5576550" y="4359325"/>
            <a:ext cx="1649400" cy="4287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Current_ Speed</a:t>
            </a:r>
            <a:endParaRPr/>
          </a:p>
        </p:txBody>
      </p:sp>
      <p:cxnSp>
        <p:nvCxnSpPr>
          <p:cNvPr id="265" name="Google Shape;265;g3ae40c7a0ee_0_8"/>
          <p:cNvCxnSpPr/>
          <p:nvPr/>
        </p:nvCxnSpPr>
        <p:spPr>
          <a:xfrm>
            <a:off x="5332875" y="3381225"/>
            <a:ext cx="733800" cy="9555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66" name="Google Shape;266;g3ae40c7a0ee_0_8"/>
          <p:cNvCxnSpPr/>
          <p:nvPr/>
        </p:nvCxnSpPr>
        <p:spPr>
          <a:xfrm>
            <a:off x="3205989" y="3490149"/>
            <a:ext cx="718500" cy="23379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67" name="Google Shape;267;g3ae40c7a0ee_0_8"/>
          <p:cNvSpPr/>
          <p:nvPr/>
        </p:nvSpPr>
        <p:spPr>
          <a:xfrm>
            <a:off x="4065225" y="1413125"/>
            <a:ext cx="1511400" cy="5001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Roll_Maniobra_Colision</a:t>
            </a:r>
            <a:endParaRPr/>
          </a:p>
        </p:txBody>
      </p:sp>
      <p:cxnSp>
        <p:nvCxnSpPr>
          <p:cNvPr id="268" name="Google Shape;268;g3ae40c7a0ee_0_8"/>
          <p:cNvCxnSpPr/>
          <p:nvPr/>
        </p:nvCxnSpPr>
        <p:spPr>
          <a:xfrm flipH="1" rot="10800000">
            <a:off x="3422325" y="1905575"/>
            <a:ext cx="1091700" cy="929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69" name="Google Shape;269;g3ae40c7a0ee_0_8"/>
          <p:cNvCxnSpPr/>
          <p:nvPr/>
        </p:nvCxnSpPr>
        <p:spPr>
          <a:xfrm flipH="1" rot="10800000">
            <a:off x="3140700" y="1129275"/>
            <a:ext cx="1066200" cy="16890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70" name="Google Shape;270;g3ae40c7a0ee_0_8"/>
          <p:cNvCxnSpPr>
            <a:endCxn id="264" idx="0"/>
          </p:cNvCxnSpPr>
          <p:nvPr/>
        </p:nvCxnSpPr>
        <p:spPr>
          <a:xfrm flipH="1">
            <a:off x="6401250" y="3479125"/>
            <a:ext cx="74700" cy="8802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dash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71" name="Google Shape;271;g3ae40c7a0ee_0_8"/>
          <p:cNvCxnSpPr>
            <a:stCxn id="243" idx="0"/>
            <a:endCxn id="267" idx="3"/>
          </p:cNvCxnSpPr>
          <p:nvPr/>
        </p:nvCxnSpPr>
        <p:spPr>
          <a:xfrm rot="10800000">
            <a:off x="5576541" y="1663246"/>
            <a:ext cx="1104600" cy="12354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72" name="Google Shape;272;g3ae40c7a0ee_0_8"/>
          <p:cNvSpPr/>
          <p:nvPr/>
        </p:nvSpPr>
        <p:spPr>
          <a:xfrm>
            <a:off x="8201969" y="2503943"/>
            <a:ext cx="1323600" cy="539700"/>
          </a:xfrm>
          <a:prstGeom prst="parallelogram">
            <a:avLst>
              <a:gd fmla="val 25020" name="adj"/>
            </a:avLst>
          </a:prstGeom>
          <a:solidFill>
            <a:srgbClr val="CCFFCC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3" name="Google Shape;273;g3ae40c7a0ee_0_8"/>
          <p:cNvSpPr/>
          <p:nvPr/>
        </p:nvSpPr>
        <p:spPr>
          <a:xfrm>
            <a:off x="8281663" y="2507883"/>
            <a:ext cx="1142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/>
          </a:p>
        </p:txBody>
      </p:sp>
      <p:cxnSp>
        <p:nvCxnSpPr>
          <p:cNvPr id="274" name="Google Shape;274;g3ae40c7a0ee_0_8"/>
          <p:cNvCxnSpPr/>
          <p:nvPr/>
        </p:nvCxnSpPr>
        <p:spPr>
          <a:xfrm>
            <a:off x="6719288" y="3445749"/>
            <a:ext cx="1623000" cy="25440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75" name="Google Shape;275;g3ae40c7a0ee_0_8"/>
          <p:cNvCxnSpPr/>
          <p:nvPr/>
        </p:nvCxnSpPr>
        <p:spPr>
          <a:xfrm>
            <a:off x="6944746" y="3445749"/>
            <a:ext cx="1683300" cy="1910100"/>
          </a:xfrm>
          <a:prstGeom prst="straightConnector1">
            <a:avLst/>
          </a:prstGeom>
          <a:noFill/>
          <a:ln cap="flat" cmpd="sng" w="222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60" name="Google Shape;260;g3ae40c7a0ee_0_8"/>
          <p:cNvSpPr/>
          <p:nvPr/>
        </p:nvSpPr>
        <p:spPr>
          <a:xfrm>
            <a:off x="6299675" y="1473825"/>
            <a:ext cx="1807500" cy="5874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tatus_Record</a:t>
            </a:r>
            <a:endParaRPr/>
          </a:p>
        </p:txBody>
      </p:sp>
      <p:cxnSp>
        <p:nvCxnSpPr>
          <p:cNvPr id="276" name="Google Shape;276;g3ae40c7a0ee_0_8"/>
          <p:cNvCxnSpPr>
            <a:endCxn id="260" idx="1"/>
          </p:cNvCxnSpPr>
          <p:nvPr/>
        </p:nvCxnSpPr>
        <p:spPr>
          <a:xfrm flipH="1" rot="10800000">
            <a:off x="3644975" y="1767525"/>
            <a:ext cx="2654700" cy="1125900"/>
          </a:xfrm>
          <a:prstGeom prst="straightConnector1">
            <a:avLst/>
          </a:prstGeom>
          <a:noFill/>
          <a:ln cap="flat" cmpd="sng" w="22225">
            <a:solidFill>
              <a:srgbClr val="9900FF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77" name="Google Shape;277;g3ae40c7a0ee_0_8"/>
          <p:cNvCxnSpPr/>
          <p:nvPr/>
        </p:nvCxnSpPr>
        <p:spPr>
          <a:xfrm flipH="1" rot="10800000">
            <a:off x="5341400" y="2076200"/>
            <a:ext cx="1373400" cy="810300"/>
          </a:xfrm>
          <a:prstGeom prst="straightConnector1">
            <a:avLst/>
          </a:prstGeom>
          <a:noFill/>
          <a:ln cap="flat" cmpd="sng" w="22225">
            <a:solidFill>
              <a:srgbClr val="9900FF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78" name="Google Shape;278;g3ae40c7a0ee_0_8"/>
          <p:cNvCxnSpPr>
            <a:stCxn id="273" idx="0"/>
          </p:cNvCxnSpPr>
          <p:nvPr/>
        </p:nvCxnSpPr>
        <p:spPr>
          <a:xfrm rot="10800000">
            <a:off x="8071063" y="2033583"/>
            <a:ext cx="781800" cy="474300"/>
          </a:xfrm>
          <a:prstGeom prst="straightConnector1">
            <a:avLst/>
          </a:prstGeom>
          <a:noFill/>
          <a:ln cap="flat" cmpd="sng" w="22225">
            <a:solidFill>
              <a:srgbClr val="9900FF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79" name="Google Shape;279;g3ae40c7a0ee_0_8"/>
          <p:cNvCxnSpPr>
            <a:stCxn id="273" idx="0"/>
            <a:endCxn id="236" idx="2"/>
          </p:cNvCxnSpPr>
          <p:nvPr/>
        </p:nvCxnSpPr>
        <p:spPr>
          <a:xfrm rot="10800000">
            <a:off x="8042563" y="1155183"/>
            <a:ext cx="810300" cy="1352700"/>
          </a:xfrm>
          <a:prstGeom prst="straightConnector1">
            <a:avLst/>
          </a:prstGeom>
          <a:noFill/>
          <a:ln cap="flat" cmpd="sng" w="22225">
            <a:solidFill>
              <a:srgbClr val="9900FF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cxnSp>
        <p:nvCxnSpPr>
          <p:cNvPr id="280" name="Google Shape;280;g3ae40c7a0ee_0_8"/>
          <p:cNvCxnSpPr/>
          <p:nvPr/>
        </p:nvCxnSpPr>
        <p:spPr>
          <a:xfrm flipH="1" rot="10800000">
            <a:off x="5051375" y="1197800"/>
            <a:ext cx="1066500" cy="168870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rotWithShape="0">
              <a:srgbClr val="000000">
                <a:alpha val="34900"/>
              </a:srgbClr>
            </a:outerShdw>
          </a:effectLst>
        </p:spPr>
      </p:cxnSp>
      <p:sp>
        <p:nvSpPr>
          <p:cNvPr id="281" name="Google Shape;281;g3ae40c7a0ee_0_8"/>
          <p:cNvSpPr/>
          <p:nvPr/>
        </p:nvSpPr>
        <p:spPr>
          <a:xfrm>
            <a:off x="3017163" y="4337088"/>
            <a:ext cx="2301900" cy="428700"/>
          </a:xfrm>
          <a:prstGeom prst="rect">
            <a:avLst/>
          </a:prstGeom>
          <a:solidFill>
            <a:srgbClr val="FFCC66"/>
          </a:solidFill>
          <a:ln cap="flat" cmpd="sng" w="254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Pitch_Roll_Command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1997-09-29T17:59:08Z</dcterms:created>
  <dc:creator>Paco Aylagas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0x0101007C430AAB0000B444BEDB05E479CA9DA3</vt:lpwstr>
  </property>
</Properties>
</file>